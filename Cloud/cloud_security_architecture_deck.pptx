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2286000"/>
            <a:ext cx="9034272" cy="274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34640" y="18288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4640" y="182880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8288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82880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82880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82880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50292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 for AWS  ·  Azure  ·  GCP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5760" y="1627632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 Reference  |  March 2026  |  Eran Shpigelman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45262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  ·  Workload Identity  ·  Private-by-Default  ·  Policy-as-Code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772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886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7373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373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18470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Security Architecture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74320" y="26974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974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8072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Security Architecture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65760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6576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7673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Security Architecture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77724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7772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13248" y="8869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46320" y="17373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7373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13248" y="184708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6974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6974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13248" y="28072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Mapping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46320" y="365760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6576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13248" y="376732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1565C0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Imperatives &amp; Shared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Summary: Cloud Security Imperatives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85800"/>
            <a:ext cx="4297680" cy="19659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sx="100000" sy="100000" kx="0" ky="0" algn="bl" rotWithShape="0" blurRad="50800" dist="25400" dir="2700000">
              <a:srgbClr val="888888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" y="685800"/>
            <a:ext cx="4297680" cy="2560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6858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Perimeter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2608" y="96012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implicit trust inside cloud boundaries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" y="11430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workloads use managed/workload identities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92608" y="13258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JIT privilege with zero standing access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608" y="150876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MFA + Conditional Access everywhere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685800"/>
            <a:ext cx="4297680" cy="19659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sx="100000" sy="100000" kx="0" ky="0" algn="bl" rotWithShape="0" blurRad="50800" dist="25400" dir="27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685800"/>
            <a:ext cx="4297680" cy="256032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6858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64608" y="96012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services via private endpoints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64608" y="11430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public IPs on compute or storage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64608" y="13258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Network segmentation with least-privilege egress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64608" y="150876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VPC Service Controls / PrivateLink / PSC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2880" y="2788920"/>
            <a:ext cx="4297680" cy="19659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sx="100000" sy="100000" kx="0" ky="0" algn="bl" rotWithShape="0" blurRad="50800" dist="25400" dir="2700000">
              <a:srgbClr val="888888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2788920"/>
            <a:ext cx="4297680" cy="25603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27889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 Everything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92608" y="306324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Customer-managed keys (CMK) for all data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92608" y="324612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 automated (annual minimum)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92608" y="34290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Secrets via dedicated vaults — never env vars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2608" y="36118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TLS 1.2+ in transit; at-rest encryption enforced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754880" y="2788920"/>
            <a:ext cx="4297680" cy="196596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  <a:effectLst>
            <a:outerShdw sx="100000" sy="100000" kx="0" ky="0" algn="bl" rotWithShape="0" blurRad="50800" dist="25400" dir="2700000">
              <a:srgbClr val="888888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54880" y="2788920"/>
            <a:ext cx="4297680" cy="256032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78892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and Govern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64608" y="306324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CSPM enabled across all cloud accounts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64608" y="324612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Policy-as-Code enforces guardrails at deploy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64608" y="342900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Centralized SIEM with cloud-native logs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64608" y="3611880"/>
            <a:ext cx="40965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trails immutable and cross-account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Responsibility Model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85800"/>
            <a:ext cx="1828800" cy="27432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85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11680" y="685800"/>
            <a:ext cx="1828800" cy="27432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6858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40480" y="685800"/>
            <a:ext cx="1691640" cy="27432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6858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685800"/>
            <a:ext cx="1691640" cy="27432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6858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223760" y="685800"/>
            <a:ext cx="1691640" cy="274320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6858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" y="987552"/>
            <a:ext cx="182880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7744" y="98755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011680" y="987552"/>
            <a:ext cx="1828800" cy="50292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66544" y="98755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840480" y="98755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95344" y="9875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532120" y="98755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86984" y="9875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223760" y="98755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78624" y="9875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only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82880" y="1536192"/>
            <a:ext cx="1828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7744" y="153619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011680" y="1536192"/>
            <a:ext cx="1828800" cy="50292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66544" y="153619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840480" y="153619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95344" y="153619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532120" y="153619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86984" y="153619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23760" y="153619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78624" y="153619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primitives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2880" y="2084832"/>
            <a:ext cx="182880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7744" y="20848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Workload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011680" y="2084832"/>
            <a:ext cx="1828800" cy="502920"/>
          </a:xfrm>
          <a:prstGeom prst="rect">
            <a:avLst/>
          </a:prstGeom>
          <a:solidFill>
            <a:srgbClr val="C62828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66544" y="208483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840480" y="208483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95344" y="208483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532120" y="208483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6984" y="208483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223760" y="208483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8624" y="208483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env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82880" y="2633472"/>
            <a:ext cx="1828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63347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Controls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2011680" y="2633472"/>
            <a:ext cx="1828800" cy="502920"/>
          </a:xfrm>
          <a:prstGeom prst="rect">
            <a:avLst/>
          </a:prstGeom>
          <a:solidFill>
            <a:srgbClr val="F4A261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66544" y="263347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config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840480" y="263347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95344" y="263347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infra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532120" y="263347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6984" y="263347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VNet infra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223760" y="263347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278624" y="263347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infra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182880" y="3182112"/>
            <a:ext cx="182880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7744" y="318211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/ Container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2011680" y="3182112"/>
            <a:ext cx="1828800" cy="502920"/>
          </a:xfrm>
          <a:prstGeom prst="rect">
            <a:avLst/>
          </a:prstGeom>
          <a:solidFill>
            <a:srgbClr val="F4A261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66544" y="318211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(IaaS)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3840480" y="318211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895344" y="318211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532120" y="318211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86984" y="318211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223760" y="3182112"/>
            <a:ext cx="1691640" cy="50292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278624" y="318211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PaaS/SaaS: shared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182880" y="3730752"/>
            <a:ext cx="1828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373075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Compute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011680" y="3730752"/>
            <a:ext cx="1828800" cy="502920"/>
          </a:xfrm>
          <a:prstGeom prst="rect">
            <a:avLst/>
          </a:prstGeom>
          <a:solidFill>
            <a:srgbClr val="2E7D32">
              <a:alpha val="13000"/>
            </a:srgbClr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066544" y="3730752"/>
            <a:ext cx="17190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3840480" y="373075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895344" y="37307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532120" y="373075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586984" y="37307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7223760" y="3730752"/>
            <a:ext cx="16916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278624" y="3730752"/>
            <a:ext cx="1581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ownership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182880" y="464058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Customer-owned (Red)  ·  Shared (Amber)  ·  Provider-owned (Green)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9900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67512"/>
            <a:ext cx="2807208" cy="292608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Guardrails (SCPs)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2880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restrict max permissions — not grants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regions outside approved list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2880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IAM actions that create root credentials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MFA on sensitive actions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OU level via Control Tower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27248" y="667512"/>
            <a:ext cx="2807208" cy="29260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18688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(IRSA)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27248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IRSA: bind IAM role to K8s ServiceAccount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127248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36976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Task Roles for containerized workloads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127248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36976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Profiles for EC2 (avoid long-term keys)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27248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36976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AWS credentials ever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127248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36976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rotation via Secrets Manager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667512"/>
            <a:ext cx="2807208" cy="292608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53912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Enforcement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62472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72200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Boundaries cap role max permissions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62472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Analyzer detects overly-permissive roles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aws:RequestedRegion + aws:PrincipalAccount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Access Advisor shows unused permissions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standing privileged access via JIT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2880" y="464058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SCPs (deny-first guardrails) · Permission Boundaries · IRSA · Access Analyzer · JIT elevation via aws-vault or Vault AWS secrets engine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Design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Multi-AZ, separate subnets: public (ALB only), private (compute), isolated (data). No public IPs on EC2/RDS.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1746504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329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services privately across VPCs and accounts. Traffic never traverses public internet. Use for AWS services and inter-service comms.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82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" y="2807208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Groups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Stateful. Allow-list only — no 0.0.0.0/0 ingress. Least-privilege source: security group reference over CIDR. No 0/0 egress.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3867912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ACLs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second layer. Block known malicious CIDRs. Deny all by default; allow only required egress ports.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685800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WAF + Shield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01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on ALBs and CloudFront. Managed rule groups (OWASP, AWS Managed Core). Shield Advanced for DDoS on public endpoints.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746504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Flow Logs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01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on all VPCs. Ship to CloudWatch Logs or S3. Feed into Security Hub / SIEM for east-west anomaly detection.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807208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901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Gateway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01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Hub-and-spoke for multi-account connectivity. Route tables per attachment — segment prod/non-prod/shared services.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867912"/>
            <a:ext cx="54864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4901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Egress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01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for outbound-only; no inbound. Restrict egress to required FQDNs via inspection VPC (e.g., AWS Network Firewall).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Management (KMS CMKs)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Customer-managed keys (CMKs) for all S3, EBS, RDS, DynamoDB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policies: deny kms:* without aws:PrincipalOrgID condition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Automatic key rotation enabled (annual); asymmetric keys for signing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0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CloudHSM for FIPS 140-2 Level 3 hardware key storage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94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Data Governance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Public Access enforced at account + bucket level (SCP)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Object Ownership: BucketOwnerEnforced (disable ACLs)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Bucket Policy: deny s3:PutObject without SSE-KMS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Versioning + MFA Delete on sensitive buckets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82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 Secrets Manager: automatic rotation with Lambda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0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Never store credentials in environment variables or code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Cross-account access via resource policies (not role sharing)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Parameter Store for non-sensitive config (Standard tier)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94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Macie &amp; DLP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92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Macie: S3 discovery of PII, PHI, PCI data — auto-classify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92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sensitive findings via EventBridge → Lambda response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92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CloudTrail data events on sensitive S3 buckets always 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92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S3 Inventory + Athena for compliance reporting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4297680" cy="2743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events on all accounts. Data events on sensitive S3/Lambda. Organization trail centralized in security account. Integrity validation enabled.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432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Tampering detection · Compliance audit trail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0916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685800"/>
            <a:ext cx="4297680" cy="2743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ML-based threat detection: crypto mining, C2 comms, compromised credentials, unusual API calls. S3 Protection, EKS Runtime Protection enabled. Findings → Security Hub.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T1078.004 · T1530 · T1190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8288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" y="2450592"/>
            <a:ext cx="4297680" cy="2743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Hub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findings from GuardDuty, Inspector, Macie, Config, IAM Access Analyzer. CIS AWS Foundations Benchmark and AWS FSBP enabled. Custom actions via EventBridge.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CSPM posture scoring · Cross-account aggregation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2450592"/>
            <a:ext cx="4297680" cy="27432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Config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0060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Rules: enforce encryption, public access block, MFA deletion, VPC flow logs enabled. Conformance Packs for CIS, NIST, PCI DSS. Remediation via SSM Automation.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0060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Policy-as-Code enforcement · Auto-remediation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2880" y="3730752"/>
            <a:ext cx="4297680" cy="2743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alarms on root activity, console logins without MFA, Security Group changes. Log groups for all Lambda, EKS, CloudTrail.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7432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UEBA baselines · Real-time alerting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70916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09160" y="3730752"/>
            <a:ext cx="429768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Inspector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0060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CVE scanning: EC2, Lambda, ECR container images. Risk score prioritization. Integration with Security Hub for consolidated vulnerability view.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Vuln management · Container scanning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Governance &amp; CSPM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795528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73152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Tower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024128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FF9900">
              <a:alpha val="20000"/>
            </a:srgbClr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2412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Multi-account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645920" y="749808"/>
            <a:ext cx="7086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 with pre-built guardrails. Baseline SCPs, IAM Identity Center SSO, centralized logging account, audit account. Mandatory: Disallow root API keys, Disallow public S3.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" y="1545336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1545336"/>
            <a:ext cx="54864" cy="79552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59105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Control Policies (SCPs)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883664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C62828">
              <a:alpha val="20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883664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645920" y="1609344"/>
            <a:ext cx="7086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guardrails. Cannot be overridden by account admins. Critical: Deny us-east-1/us-west-2 bypass; deny disabling GuardDuty/CloudTrail; deny internet IGW on non-allowed accounts.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2404872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404872"/>
            <a:ext cx="54864" cy="79552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24505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Config Conformance Packs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74320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Account-level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645920" y="2468880"/>
            <a:ext cx="7086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AWS Foundations v1.4, NIST SP 800-53 Rev 5, PCI DSS v3.2.1 built-in packs. Custom rules via Lambda. Auto-remediation with SSM Automation documents.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2880" y="3264408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264408"/>
            <a:ext cx="54864" cy="79552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31012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Tags &amp; Cost Governance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602736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02736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645920" y="3328416"/>
            <a:ext cx="7086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policies enforced via Organizations. Required tags: owner, env, classification, cost-center. AWS Cost Anomaly Detection on tagged resources for rogue/compromised spend.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82880" y="4123944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4123944"/>
            <a:ext cx="54864" cy="7955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1696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Resiliency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4462272"/>
            <a:ext cx="1188720" cy="219456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4622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645920" y="4187952"/>
            <a:ext cx="7086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 with backup plans per classification. Cross-region backup for critical data. Backup Vault Lock (WORM) for ransomware protection. Test restores quarterly.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078D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67512"/>
            <a:ext cx="2807208" cy="2926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2880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System-assigned: 1:1 with resource, auto-deleted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User-assigned: reusable across multiple resources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2880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credentials stored — token from IMDS endpoint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VMs, AKS, App Service, Logic Apps, Functions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via RBAC on target resource, not broad subscription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27248" y="667512"/>
            <a:ext cx="2807208" cy="292608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18688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+ PIM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27248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PIM: JIT elevation for privileged roles (max 8h)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127248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36976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 + justification for Global Admin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127248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36976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reviews for permanent role assignments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27248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36976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Access: require MFA + compliant device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127248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36976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CAE: continuous access evaluation on sign-in risk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667512"/>
            <a:ext cx="2807208" cy="2926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53912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62472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72200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GitHub Actions / K8s / GCP service accounts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62472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client secrets stored in external systems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registration + federated credential configuration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issuer/subject to specific org/repo/branch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Audit: monitor token issuance in sign-in logs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2880" y="464058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Managed Identities · PIM with JIT · Conditional Access · CAE · Workload Identity Federation · Access Reviews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Hub-Spoke VNet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Hub VNet with Azure Firewall, VPN/ExpressRoute, DNS. Spoke VNets peered to hub. Prod/non-prod/shared spokes. No direct spoke-to-spoke without hub inspection.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1746504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5" name="Text 13"/>
          <p:cNvSpPr/>
          <p:nvPr/>
        </p:nvSpPr>
        <p:spPr>
          <a:xfrm>
            <a:off x="329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PaaS (Storage, Key Vault, SQL, Service Bus) via Private Endpoint. Disable public network access after PE creation. DNS override via Private DNS Zones.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82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" y="2807208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+ ASG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NSGs on subnet level, not NIC. Application Security Groups for workload-aware rules. Deny all inbound default; explicit allow-list. Service Tags for Azure service CIDRs.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3867912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Firewall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FQDN filtering for outbound traffic. Threat Intelligence feed blocks known malicious IPs. DNAT rules for inbound (prefer Application Gateway). Premium tier for TLS inspection.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685800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01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v2 in Prevention mode on all public-facing apps. OWASP 3.2 ruleset. Custom rules for bot protection. End-to-end TLS. No direct public IPs on backend VMs.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746504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Bastion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01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RDP/SSH without exposing public ports. No jump servers with public IPs. Integrate with Entra ID for MFA-protected admin access. Premium tier for native client.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807208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5" name="Text 33"/>
          <p:cNvSpPr/>
          <p:nvPr/>
        </p:nvSpPr>
        <p:spPr>
          <a:xfrm>
            <a:off x="4901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Protection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01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Network Protection on all public VIPs. Standard tier adaptive tuning. Alerts to Azure Monitor. Cost protection included with Standard plan.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867912"/>
            <a:ext cx="54864" cy="100584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9" name="Text 37"/>
          <p:cNvSpPr/>
          <p:nvPr/>
        </p:nvSpPr>
        <p:spPr>
          <a:xfrm>
            <a:off x="4901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Watcher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01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Flow Logs to Storage + Traffic Analytics. Connection troubleshooting. Packet capture for incident investigation. Flow logs feed Sentinel analytics.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Key Vault (CMK)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Managed HSM for FIPS 140-2 Level 3 (production workloads)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All Storage, SQL, ADE encryption use customer-managed keys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 policies: 90-day alert, auto-rotation for supported services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0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Vault Firewall: restrict access to VNet + private endpoint only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94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Security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Account public access: Disabled (enforced via Azure Policy)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Transfer Required: TLS 1.2 minimum enforced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Blob versioning + soft delete (30 days) + immutability policies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Storage service encryption with CMK for all accounts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82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(DLP)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Sensitive data discovery: classify PII, PHI, PCI across Azure storage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0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DLP policies: prevent sharing of sensitive data via Teams/Email/Cloud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Information Protection labels enforced across M365 and Azure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Compliance Manager for regulatory tracking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94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Storage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92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Detects: malware upload, anomalous access, suspicious data ops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92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Alerts integrated into Defender for Cloud + Sentinel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92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On-upload malware scanning (Defender for Storage Plan 2)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92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Activity baseline per storage account — alerts on deviations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4297680" cy="2743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Defender for Cloud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432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 + CWPP. Secure Score measures posture. Defender Plans: Servers, Containers, App Service, SQL, Storage, Key Vault. Attack path analysis identifies exploitable chains.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432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CSPM posture · CWPP runtime · Multi-cloud (AWS, GCP)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0916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685800"/>
            <a:ext cx="4297680" cy="27432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Sentinel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060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SIEM + SOAR. Connectors for Entra ID, M365, Defender, AWS, GCP. Analytics rules with MITRE ATT&amp;CK tagging. Playbooks (Logic Apps) for automated response.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SIEM · SOAR · TI integration · UEBA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8288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" y="2450592"/>
            <a:ext cx="4297680" cy="2743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Protection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7432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Conditional Access. User risk (compromised credentials, impossible travel) and sign-in risk signals. Policy: require MFA on medium risk; block on high. Feed to Sentinel.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T1078 · T1098 · Credential compromise detection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2450592"/>
            <a:ext cx="4297680" cy="2743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Endpoint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060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for Windows/Linux/macOS. Threat &amp; Vulnerability Management. Attack surface reduction rules. Integration with Sentinel and Defender for Cloud. Unified SecOps platform.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0060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Endpoint detection · Vuln management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2880" y="3730752"/>
            <a:ext cx="4297680" cy="2743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 + Diagnostics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432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plane audit: all subscription activities. Diagnostic settings on all resources → Log Analytics workspace. Retention: 90 days minimum; archive to Storage.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7432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Audit trail · Compliance logging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70916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09160" y="3730752"/>
            <a:ext cx="429768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 Audit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0060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audit log for M365 and Azure. Audit Premium for 1-year retention + advanced queries. Integrate with Sentinel for correlation. Required for compliance frameworks.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M365 audit · Long-term retention · Compliance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Governance &amp; Policy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79552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7315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Groups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024128"/>
            <a:ext cx="1371600" cy="219456"/>
          </a:xfrm>
          <a:prstGeom prst="roundRect">
            <a:avLst>
              <a:gd name="adj" fmla="val 16667"/>
            </a:avLst>
          </a:prstGeom>
          <a:solidFill>
            <a:srgbClr val="0078D4">
              <a:alpha val="20000"/>
            </a:srgbClr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24128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749808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Hierarchy: Root MG → Platform (Connectivity, Identity, Management) → Landing Zones → Sandboxes. Apply policies and RBAC at MG level for inheritance. CAF Landing Zone structure.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" y="1545336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1545336"/>
            <a:ext cx="54864" cy="79552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591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883664"/>
            <a:ext cx="1371600" cy="219456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88366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28800" y="1609344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DeployIfNotExists for auto-remediation; Deny for guardrails. Built-in initiatives: CIS Azure Foundations, NIST SP 800-53 R5, ISO 27001. Custom policies in JSON/Bicep via Repos.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2404872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404872"/>
            <a:ext cx="54864" cy="79552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2450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Blueprints / Bicep IaC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1371600" cy="219456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74320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828800" y="24688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Landing Zone Bicep modules for repeatable deployments. All infra via IaC — no manual resource creation in production. PR review + policy scan in CI/CD before apply.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2880" y="3264408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264408"/>
            <a:ext cx="54864" cy="79552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3101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Locks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602736"/>
            <a:ext cx="1371600" cy="219456"/>
          </a:xfrm>
          <a:prstGeom prst="roundRect">
            <a:avLst>
              <a:gd name="adj" fmla="val 16667"/>
            </a:avLst>
          </a:prstGeom>
          <a:solidFill>
            <a:srgbClr val="C62828">
              <a:alpha val="20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0273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828800" y="3328416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CanNotDelete on production resource groups. Prevents accidental deletion. ReadOnly where applicable. Managed via Blueprints assignment. Review locks quarterly.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82880" y="4123944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4123944"/>
            <a:ext cx="54864" cy="7955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16966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+ Compliance Mgmt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4462272"/>
            <a:ext cx="1371600" cy="219456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46227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28800" y="41879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Management budgets with alerts at 80%/100% threshold. Compliance dashboard in Defender for Cloud. Regulatory Compliance: PCI DSS, HIPAA, ISO 27001 built-in assessments.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4285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Security Architecture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 ·  Network  ·  Data  ·  Detection  ·  Governance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Identity &amp; Access Management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67512"/>
            <a:ext cx="2807208" cy="2926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Federation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2880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AWS, Azure, GitHub, K8s without keys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2880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mappings: restrict to specific repos/subjects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2880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Impersonate service account via short-lived tokens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2608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Token Creator role scoped narrowly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Audit: iam.serviceaccounts.actAs in Cloud Audit Logs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27248" y="667512"/>
            <a:ext cx="2807208" cy="292608"/>
          </a:xfrm>
          <a:prstGeom prst="rect">
            <a:avLst/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18688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Best Practices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27248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36976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Resource-level bindings over project-level where possible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127248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36976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Restriction Constraint (iam.allowedPolicyMemberDomains)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127248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36976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service account keys — use Workload Identity or metadata server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127248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36976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IAM bindings reviewed via Policy Analyzer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127248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36976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 access via IAM Recommender or BeyondCorp tools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062472" y="667512"/>
            <a:ext cx="2807208" cy="2926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53912" y="667512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 Constraints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062472" y="1005840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72200" y="1005840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compute.requireShieldedVm — enforce Secure Boot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62472" y="1444752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72200" y="1444752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compute.skipDefaultNetworkCreation — no default VPC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1883664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72200" y="1883664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iam.disableServiceAccountKeyCreation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062472" y="2322576"/>
            <a:ext cx="2807208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22576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constraints/storage.uniformBucketLevelAccess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2761488"/>
            <a:ext cx="2807208" cy="40233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761488"/>
            <a:ext cx="25877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constraints/gcp.resourceLocations — geo-restriction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2880" y="4640580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controls: Workload Identity Federation · Org Policy Constraints · No service account keys · Domain Restriction · Policy Analyzer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Network Security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1" name="Text 9"/>
          <p:cNvSpPr/>
          <p:nvPr/>
        </p:nvSpPr>
        <p:spPr>
          <a:xfrm>
            <a:off x="329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Design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9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VPC for org-wide network governance. No default VPC (Org Policy). Separate VPCs per environment with private Google access. No external IPs unless explicitly required.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82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2880" y="1746504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5" name="Text 13"/>
          <p:cNvSpPr/>
          <p:nvPr/>
        </p:nvSpPr>
        <p:spPr>
          <a:xfrm>
            <a:off x="329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exfiltration prevention for BigQuery, GCS, Spanner. Define perimeter around sensitive projects. Ingress/Egress rules control cross-perimeter access. Audit perimeter violations in Cloud Logging.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82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" y="2807208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329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Firewall Rules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9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Organization-level rules override project rules. DENY all ingress default. Allow-list specific ports per workload tier. Firewall Insights identifies unused/overly-permissive rules.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3867912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3" name="Text 21"/>
          <p:cNvSpPr/>
          <p:nvPr/>
        </p:nvSpPr>
        <p:spPr>
          <a:xfrm>
            <a:off x="329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Service Connect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9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Google APIs privately (PSC endpoint). Internal load balancing for service mesh. No public IP traversal. DNS peering to private.googleapis.com and restricted.googleapis.com.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685800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685800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731520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Armor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01184" y="96012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protection for Layer 7 DDoS. Preconfigured WAF rules (OWASP). Custom rules: rate limiting, geo-restriction, IP allow/deny lists. Security policies on Cloud Load Balancers.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746504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746504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1792224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NAT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01184" y="202082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Outbound-only internet access for private VMs. No inbound connections through NAT. Log all NAT translations to Cloud Logging. Separate NAT per environment.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07208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807208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Text 33"/>
          <p:cNvSpPr/>
          <p:nvPr/>
        </p:nvSpPr>
        <p:spPr>
          <a:xfrm>
            <a:off x="4901184" y="2852928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Identity-Aware Proxy (IAP)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01184" y="30815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application access without VPN. Entra/Google identity authentication + context-aware access policies. Replace bastion hosts. BeyondCorp Enterprise integration.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3867912"/>
            <a:ext cx="4297680" cy="100584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867912"/>
            <a:ext cx="54864" cy="10058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9" name="Text 37"/>
          <p:cNvSpPr/>
          <p:nvPr/>
        </p:nvSpPr>
        <p:spPr>
          <a:xfrm>
            <a:off x="4901184" y="3913632"/>
            <a:ext cx="4023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01184" y="41422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Networks-powered network threat detection. Out-of-band (no inline latency). Detects: malware, exploits, C2 comms, lateral movement. Alerts to Security Command Center.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Data Protection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KMS / CMEK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CMEK for GCS, BigQuery, Pub/Sub, Cloud SQL, GKE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Cloud HSM for FIPS 140-2 Level 3 keys (hardware-backed)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Autokey: automatic CMEK provisioning per resource (preview)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20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rotation: 90-day for symmetric, annual for asymmetric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754880" y="71323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80467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80467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94960" y="85953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122529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Versioned secrets with CMEK encryption at rest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155448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 access via Workload Identity (no service account keys)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188366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Secret replication: automatic or user-managed per region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21284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Audit: secretmanager.versions.access in Cloud Audit Logs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82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DLP / Sensitive Data Svc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150+ built-in infoTypes: PII, PCI, PHI, government IDs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0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De-identification: tokenization, masking, bucketing, date shift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Scan GCS, BigQuery, Datastore; send findings to SCC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DLP recommendations in Security Command Center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816352"/>
            <a:ext cx="4297680" cy="201168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907792"/>
            <a:ext cx="457200" cy="347472"/>
          </a:xfrm>
          <a:prstGeom prst="roundRect">
            <a:avLst>
              <a:gd name="adj" fmla="val 13158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46320" y="29077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94960" y="29626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Assured Workloads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92040" y="33284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Jurisdiction controls: restrict data to specific regions/operators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92040" y="365760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Compliance frameworks: FedRAMP High, ITAR, HIPAA, CJIS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92040" y="398678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Controls package: CMEK + restricted services + personnel controls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92040" y="431596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Org folder with enforced constraints and audit regime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Detection &amp; Response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4297680" cy="2743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Command Center (SCC)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432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 + CWPP for GCP. Threat detection: Event Threat Detection (ETD), Container Threat Detection (CTD), Virtual Machine Threat Detection (VMTD). Premium for compliance reports.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7432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CSPM posture · ETD threat intel · Compliance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09160" y="685800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685800"/>
            <a:ext cx="4297680" cy="27432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685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Chronicle SIEM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00600" y="987552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Google-native SIEM built on UDM. Petabyte-scale ingestion. YARA-L rules for detection. Threat Intelligence from VirusTotal + Google TI. SOAR via Chronicle SOAR (Siemplify).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2020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SIEM · TI integration · SOAR · Retroactive detection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8288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2880" y="2450592"/>
            <a:ext cx="4297680" cy="2743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7432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Activity (always on), Data Access (enable per service), System Events, Policy Denied. Export to Cloud Storage + BigQuery via Log Sinks. Aggregated export from Org sink.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7432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Compliance audit · Forensic investigation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09160" y="245059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09160" y="2450592"/>
            <a:ext cx="4297680" cy="2743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6" name="Text 24"/>
          <p:cNvSpPr/>
          <p:nvPr/>
        </p:nvSpPr>
        <p:spPr>
          <a:xfrm>
            <a:off x="480060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Threat Detection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00600" y="275234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Cloud Logging streams in near-real-time. Detects: crypto mining, data exfiltration, brute force, C2 activity, malware, IAM anomalies. Findings exported to SCC.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800600" y="37856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T1530 · T1537 · T1078.004 · T1136.003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2880" y="3730752"/>
            <a:ext cx="4297680" cy="2743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Threat Detection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432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kernel-level detection for GKE. Detects: reverse shell, unexpected binary execution, malicious scripts. Zero-overhead: runs in GKE control plane, not node agent.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7432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GKE runtime · Kernel-level detection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709160" y="3730752"/>
            <a:ext cx="4297680" cy="16002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09160" y="3730752"/>
            <a:ext cx="429768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Scanning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00600" y="40325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Analysis (Artifact Registry CVE scanning). VM OS inventory + patch gap. Web Security Scanner for App Engine and GCE web apps. Findings to SCC.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800600" y="506577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↳ Container CVE · VM patching · Web app scanning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Governance &amp; CSPM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21040" y="164592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164592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685800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" y="685800"/>
            <a:ext cx="54864" cy="79552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1" name="Text 9"/>
          <p:cNvSpPr/>
          <p:nvPr/>
        </p:nvSpPr>
        <p:spPr>
          <a:xfrm>
            <a:off x="320040" y="7315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Hierarchy + Folders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024128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02412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Org-level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920240" y="749808"/>
            <a:ext cx="6812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→ Folders (prod, non-prod, shared, sandbox) → Projects. IAM and Org Policy inherited down hierarchy. Label policy enforced: env, owner, classification, cost-center.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82880" y="1545336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2880" y="1545336"/>
            <a:ext cx="54864" cy="79552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159105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 Service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1883664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1565C0">
              <a:alpha val="20000"/>
            </a:srgbClr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1883664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920240" y="1609344"/>
            <a:ext cx="6812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enforcement at Org/Folder/Project. Critical: disable SA key creation, restrict resource locations, require Shielded VMs, deny internet access without approval, uniform bucket access.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182880" y="2404872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2880" y="2404872"/>
            <a:ext cx="54864" cy="79552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2450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Command Center Premium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2743200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0F4C75">
              <a:alpha val="20000"/>
            </a:srgbClr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7432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920240" y="2468880"/>
            <a:ext cx="6812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 + compliance: CIS GCP Foundations, PCI DSS, HIPAA, ISO 27001 assessments. Continuous posture monitoring. Risk dashboard. SLO-style security score per project.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2880" y="3264408"/>
            <a:ext cx="8686800" cy="7955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" y="3264408"/>
            <a:ext cx="54864" cy="79552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33101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Intelligence / Recommender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3602736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F4A261">
              <a:alpha val="20000"/>
            </a:srgbClr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60273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Auto-remediation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920240" y="3328416"/>
            <a:ext cx="6812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Recommender: remove unused role bindings automatically. Role Recommender: right-size to predefined roles. Firewall Insights: remove unused/shadowed firewall rules.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82880" y="4123944"/>
            <a:ext cx="8686800" cy="79552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4123944"/>
            <a:ext cx="54864" cy="79552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" y="416966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Deployment via Config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0040" y="4462272"/>
            <a:ext cx="1463040" cy="219456"/>
          </a:xfrm>
          <a:prstGeom prst="roundRect">
            <a:avLst>
              <a:gd name="adj" fmla="val 16667"/>
            </a:avLst>
          </a:prstGeom>
          <a:solidFill>
            <a:srgbClr val="2E7D32">
              <a:alpha val="20000"/>
            </a:srgbClr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0040" y="446227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/ GitOps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920240" y="4187952"/>
            <a:ext cx="6812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for Kubernetes config (Anthos Config Management / Config Sync). Terraform for GCP resources with Terraform Validator (gcloud Policy Library). All changes via PR + CI/CD.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F4C75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  ·  Workload Identity  ·  Private Connectivity  ·  Policy-as-Code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Zero Trust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85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685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71323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941832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IdP (Entra ID / Okta) federates to AWS IAM Identity Center, GCP Workload Identity, Azure AD. Consistent MFA + Conditional Access policies.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8288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" y="176479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1993392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(AWS), Managed Identity (Azure), Workload Identity Federation (GCP). No long-lived credentials anywhere. Token exchange at workload level.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2880" y="2788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2788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Connectivity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" y="3044952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(AWS), Private Endpoints (Azure), PSC (GCP). Cross-cloud via transit (Aviatrix/AWS TGW). No cloud-to-cloud over public internet.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82880" y="3840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3867912"/>
            <a:ext cx="3611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4096512"/>
            <a:ext cx="3611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(AWS), Azure Policy (Azure), Org Policies (GCP). Centralized policy repo (Terraform / OPA Conftest). CI/CD validation before any deployment.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54880" y="667512"/>
            <a:ext cx="4206240" cy="27432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66751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Security Stack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987552"/>
            <a:ext cx="4206240" cy="58521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00600" y="109728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1097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06440" y="107899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 / Prisma Cloud / Defender for Cloud (multi-cloud)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627632"/>
            <a:ext cx="42062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173736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173736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06440" y="171907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/ Chronicle / Splunk — unified log ingestion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267712"/>
            <a:ext cx="4206240" cy="58521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00600" y="237744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237744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806440" y="235915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HashiCorp Vault (multi-cloud) or per-cloud native vaults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2907792"/>
            <a:ext cx="42062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00600" y="301752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00600" y="301752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/ GitOps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806440" y="299923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OPA Conftest / Checkov for policy validation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3547872"/>
            <a:ext cx="4206240" cy="585216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800600" y="365760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0F4C75"/>
          </a:solidFill>
          <a:ln w="12700">
            <a:solidFill>
              <a:srgbClr val="0F4C7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00600" y="365760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/ SSO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806440" y="363931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Okta federates to all 3 cloud IAM systems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54880" y="4187952"/>
            <a:ext cx="42062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4297680"/>
            <a:ext cx="914400" cy="237744"/>
          </a:xfrm>
          <a:prstGeom prst="roundRect">
            <a:avLst>
              <a:gd name="adj" fmla="val 1538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42976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PoP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806440" y="427939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Aviatrix / Transit Gateway / ExpressRoute/Direct Connect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Identity &amp; Logging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67512"/>
            <a:ext cx="8686800" cy="256032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66751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Federation Flow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8600" y="987552"/>
            <a:ext cx="164592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987552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IdP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(Entra ID / Okta)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68880" y="987552"/>
            <a:ext cx="1508760" cy="685800"/>
          </a:xfrm>
          <a:prstGeom prst="rect">
            <a:avLst/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98755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IAM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Center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874520" y="1325880"/>
            <a:ext cx="594360" cy="0"/>
          </a:xfrm>
          <a:prstGeom prst="line">
            <a:avLst/>
          </a:prstGeom>
          <a:noFill/>
          <a:ln w="19050">
            <a:solidFill>
              <a:srgbClr val="90A4AE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2011680" y="93268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206240" y="987552"/>
            <a:ext cx="1508760" cy="6858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98755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1325880"/>
            <a:ext cx="2331720" cy="0"/>
          </a:xfrm>
          <a:prstGeom prst="line">
            <a:avLst/>
          </a:prstGeom>
          <a:noFill/>
          <a:ln w="19050">
            <a:solidFill>
              <a:srgbClr val="90A4A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49040" y="93268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943600" y="987552"/>
            <a:ext cx="1508760" cy="6858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987552"/>
            <a:ext cx="1508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 Fed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874520" y="1325880"/>
            <a:ext cx="4069080" cy="0"/>
          </a:xfrm>
          <a:prstGeom prst="line">
            <a:avLst/>
          </a:prstGeom>
          <a:noFill/>
          <a:ln w="19050">
            <a:solidFill>
              <a:srgbClr val="90A4AE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486400" y="932688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680960" y="987552"/>
            <a:ext cx="1097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(IRSA / MI / WIF)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680960" y="987552"/>
            <a:ext cx="1097280" cy="685800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1920240"/>
            <a:ext cx="8686800" cy="256032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26" name="Text 24"/>
          <p:cNvSpPr/>
          <p:nvPr/>
        </p:nvSpPr>
        <p:spPr>
          <a:xfrm>
            <a:off x="274320" y="1920240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Log Architecture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" y="2221992"/>
            <a:ext cx="1920240" cy="548640"/>
          </a:xfrm>
          <a:prstGeom prst="rect">
            <a:avLst/>
          </a:prstGeom>
          <a:solidFill>
            <a:srgbClr val="FF9900">
              <a:alpha val="13000"/>
            </a:srgbClr>
          </a:solidFill>
          <a:ln w="10160">
            <a:solidFill>
              <a:srgbClr val="FF9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+ Config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188720" y="2770632"/>
            <a:ext cx="0" cy="320040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67712" y="2221992"/>
            <a:ext cx="1920240" cy="548640"/>
          </a:xfrm>
          <a:prstGeom prst="rect">
            <a:avLst/>
          </a:prstGeom>
          <a:solidFill>
            <a:srgbClr val="0078D4">
              <a:alpha val="13000"/>
            </a:srgbClr>
          </a:solidFill>
          <a:ln w="1016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313432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 + Sentinel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27832" y="2770632"/>
            <a:ext cx="0" cy="320040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06824" y="2221992"/>
            <a:ext cx="1920240" cy="548640"/>
          </a:xfrm>
          <a:prstGeom prst="rect">
            <a:avLst/>
          </a:prstGeom>
          <a:solidFill>
            <a:srgbClr val="4285F4">
              <a:alpha val="13000"/>
            </a:srgbClr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52544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 + SCC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266944" y="2770632"/>
            <a:ext cx="0" cy="320040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45936" y="2221992"/>
            <a:ext cx="1920240" cy="548640"/>
          </a:xfrm>
          <a:prstGeom prst="rect">
            <a:avLst/>
          </a:prstGeom>
          <a:solidFill>
            <a:srgbClr val="37474F">
              <a:alpha val="13000"/>
            </a:srgbClr>
          </a:solidFill>
          <a:ln w="10160">
            <a:solidFill>
              <a:srgbClr val="37474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91656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+ Network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306056" y="2770632"/>
            <a:ext cx="0" cy="320040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4400" y="3090672"/>
            <a:ext cx="7223760" cy="530352"/>
          </a:xfrm>
          <a:prstGeom prst="rect">
            <a:avLst/>
          </a:prstGeom>
          <a:solidFill>
            <a:srgbClr val="C62828">
              <a:alpha val="13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090672"/>
            <a:ext cx="72237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SIEM  (Sentinel  /  Chronicle  /  Splunk Cloud)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26280" y="3621024"/>
            <a:ext cx="0" cy="292608"/>
          </a:xfrm>
          <a:prstGeom prst="line">
            <a:avLst/>
          </a:prstGeom>
          <a:noFill/>
          <a:ln w="12700">
            <a:solidFill>
              <a:srgbClr val="90A4A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0" y="3913632"/>
            <a:ext cx="3931920" cy="438912"/>
          </a:xfrm>
          <a:prstGeom prst="rect">
            <a:avLst/>
          </a:prstGeom>
          <a:solidFill>
            <a:srgbClr val="2E7D32">
              <a:alpha val="13000"/>
            </a:srgbClr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60320" y="3913632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 /  Detection Engineering  /  Incident Response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62828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Cloud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Cloud-specific adversary techniques and mitigations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Cloud — Key Techniques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58368"/>
            <a:ext cx="914400" cy="23774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" y="658368"/>
            <a:ext cx="841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097280" y="658368"/>
            <a:ext cx="1645920" cy="23774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3856" y="65836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658368"/>
            <a:ext cx="1188720" cy="23774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79776" y="65836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Tactic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1920" y="658368"/>
            <a:ext cx="4114800" cy="23774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68496" y="658368"/>
            <a:ext cx="40416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046720" y="658368"/>
            <a:ext cx="914400" cy="237744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83296" y="658368"/>
            <a:ext cx="84124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914400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" y="914400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T1078.004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097280" y="914400"/>
            <a:ext cx="16459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33856" y="914400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Accts: Cloud Accts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743200" y="914400"/>
            <a:ext cx="11887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79776" y="914400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 / Persistence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931920" y="914400"/>
            <a:ext cx="41148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68496" y="914400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everywhere; anomalous API call detection; AWS CloudTrail + GuardDuty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046720" y="914400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83296" y="914400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82880" y="1426464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" y="1426464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T1530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097280" y="1426464"/>
            <a:ext cx="1645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142646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from Cloud Storage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743200" y="1426464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79776" y="1426464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931920" y="1426464"/>
            <a:ext cx="4114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68496" y="1426464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Controls; S3 Block Public Access; private endpoints only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046720" y="1426464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83296" y="1426464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82880" y="1938528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9456" y="1938528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T1537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097280" y="1938528"/>
            <a:ext cx="16459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33856" y="193852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to Cloud Account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743200" y="1938528"/>
            <a:ext cx="11887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9776" y="1938528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Exfiltration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931920" y="1938528"/>
            <a:ext cx="41148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68496" y="1938528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bucket policies: deny cross-account without PrincipalOrgID condition; DLP monitoring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046720" y="1938528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938528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82880" y="2450592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456" y="245059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T1098.001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097280" y="2450592"/>
            <a:ext cx="1645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33856" y="2450592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Cloud Credentials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2743200" y="2450592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779776" y="2450592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3931920" y="2450592"/>
            <a:ext cx="4114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8496" y="2450592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account key creation blocked (Org Policy); Access Analyzer; regular key audit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046720" y="2450592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083296" y="2450592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82880" y="2962656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19456" y="2962656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T1190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097280" y="2962656"/>
            <a:ext cx="16459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133856" y="2962656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Public-Facing App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2743200" y="2962656"/>
            <a:ext cx="11887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779776" y="2962656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Access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3931920" y="2962656"/>
            <a:ext cx="41148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968496" y="2962656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(AWS WAF / Azure WAF / Cloud Armor); private-by-default; Inspector/Defender scanning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8046720" y="2962656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83296" y="2962656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182880" y="3474720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19456" y="3474720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T1552.005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097280" y="3474720"/>
            <a:ext cx="1645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133856" y="3474720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Instance Metadata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2743200" y="3474720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779776" y="3474720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Access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3931920" y="3474720"/>
            <a:ext cx="4114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968496" y="3474720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IMDSv2 required (AWS); block IMDS from containers; SSRF protections in WAF rules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046720" y="3474720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083296" y="3474720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182880" y="3986784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9456" y="3986784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T1136.003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097280" y="3986784"/>
            <a:ext cx="16459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33856" y="398678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Account Creation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743200" y="3986784"/>
            <a:ext cx="118872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779776" y="3986784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31920" y="3986784"/>
            <a:ext cx="41148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968496" y="3986784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SCPs: deny IAM user creation; alert on CreateUser/CreateServiceAccount events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8046720" y="3986784"/>
            <a:ext cx="914400" cy="47548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83296" y="3986784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182880" y="4498848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19456" y="4498848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T1580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097280" y="4498848"/>
            <a:ext cx="1645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133856" y="4498848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 Discovery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2743200" y="4498848"/>
            <a:ext cx="1188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779776" y="4498848"/>
            <a:ext cx="11155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3931920" y="4498848"/>
            <a:ext cx="4114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968496" y="4498848"/>
            <a:ext cx="40416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Describe/List without session conditions; AWS Access Analyzer unused access; GuardDuty recon alerts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8046720" y="4498848"/>
            <a:ext cx="9144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083296" y="4498848"/>
            <a:ext cx="841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AWS/Azure/GCP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2E7D32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Mapping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mapping to AWS  ·  Azure  ·  GCP native services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Rev 5 — Cloud Control Mapping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58368"/>
            <a:ext cx="640080" cy="2377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9456" y="65836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658368"/>
            <a:ext cx="1234440" cy="2377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658368"/>
            <a:ext cx="1161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057400" y="658368"/>
            <a:ext cx="2423160" cy="2377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93976" y="658368"/>
            <a:ext cx="2350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480560" y="658368"/>
            <a:ext cx="2423160" cy="2377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17136" y="658368"/>
            <a:ext cx="2350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903720" y="658368"/>
            <a:ext cx="2423160" cy="23774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0296" y="658368"/>
            <a:ext cx="2350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82880" y="914400"/>
            <a:ext cx="64008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9456" y="914400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AC-2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22960" y="914400"/>
            <a:ext cx="123444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914400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Mgmt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057400" y="914400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93976" y="91440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Identity Center + Access Analyzer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80560" y="914400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17136" y="91440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+ PIM access reviews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903720" y="914400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0296" y="91440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Recommender + Policy Analyzer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82880" y="1330452"/>
            <a:ext cx="6400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19456" y="1330452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AC-3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822960" y="1330452"/>
            <a:ext cx="1234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" y="1330452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Enforcement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2057400" y="1330452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93976" y="133045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 + Permission Boundaries + S3 Bucket Policies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4480560" y="1330452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17136" y="133045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RBAC + Conditional Access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903720" y="1330452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0296" y="133045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Conditions + VPC Service Controls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82880" y="1746504"/>
            <a:ext cx="64008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9456" y="1746504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AC-17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822960" y="1746504"/>
            <a:ext cx="123444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" y="1746504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057400" y="1746504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93976" y="174650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SSM Session Manager (no SSH/RDP)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80560" y="1746504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17136" y="174650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Bastion + IAP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903720" y="1746504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40296" y="174650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IAP Tunneling + BeyondCorp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82880" y="2162556"/>
            <a:ext cx="6400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19456" y="2162556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AU-2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822960" y="2162556"/>
            <a:ext cx="1234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9536" y="2162556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Logging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057400" y="2162556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093976" y="216255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(org trail) + VPC Flow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480560" y="2162556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17136" y="216255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Logs + NSG Flow Logs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903720" y="2162556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40296" y="216255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 + VPC Flow Logs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82880" y="2578608"/>
            <a:ext cx="64008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19456" y="2578608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AU-9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822960" y="2578608"/>
            <a:ext cx="123444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9536" y="2578608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Protection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057400" y="2578608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93976" y="257860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log validation + S3 Object Lock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4480560" y="2578608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17136" y="257860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storage + Sentinel retention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903720" y="2578608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40296" y="257860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lock + Assured Workloads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182880" y="2994660"/>
            <a:ext cx="6400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19456" y="2994660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IA-5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22960" y="2994660"/>
            <a:ext cx="1234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59536" y="2994660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Management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057400" y="2994660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093976" y="299466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 + no IAM user keys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480560" y="2994660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517136" y="299466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+ managed identity (no secrets)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6903720" y="2994660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940296" y="2994660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 + no SA keys (Org Policy)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182880" y="3410712"/>
            <a:ext cx="64008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19456" y="3410712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SC-7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822960" y="3410712"/>
            <a:ext cx="123444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59536" y="3410712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Protection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057400" y="3410712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093976" y="341071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+ Security Groups + NACLs + WAF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4480560" y="3410712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7136" y="341071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 + Azure Firewall + Application Gateway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6903720" y="3410712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940296" y="3410712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Firewall + Cloud Armor + Cloud IDS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182880" y="3826764"/>
            <a:ext cx="6400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19456" y="3826764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SC-8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822960" y="3826764"/>
            <a:ext cx="1234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59536" y="3826764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Integrity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057400" y="3826764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093976" y="382676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 min on all endpoints; enforce-HTTPS S3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4480560" y="3826764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517136" y="382676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min version policy on App Service + Storage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6903720" y="3826764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940296" y="3826764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enforced via Org Policy + load balancer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182880" y="4242816"/>
            <a:ext cx="64008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19456" y="4242816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SC-28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822960" y="4242816"/>
            <a:ext cx="123444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59536" y="4242816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At-Rest Protection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2057400" y="4242816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093976" y="424281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CMKs on all EBS/S3/RDS/DynamoDB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4480560" y="4242816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517136" y="424281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 CMK on all storage and SQL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6903720" y="4242816"/>
            <a:ext cx="2423160" cy="393192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940296" y="4242816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KMS CMEK on GCS/BigQuery/Spanner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182880" y="4658868"/>
            <a:ext cx="64008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19456" y="4658868"/>
            <a:ext cx="56692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SI-3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822960" y="4658868"/>
            <a:ext cx="1234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59536" y="4658868"/>
            <a:ext cx="116128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Code Prot.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2057400" y="4658868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093976" y="465886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 + Inspector + Macie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4480560" y="4658868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17136" y="465886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for Cloud Plans (all workloads)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6903720" y="4658868"/>
            <a:ext cx="24231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940296" y="4658868"/>
            <a:ext cx="2350008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 ETD + CTD + Artifact Registry scanning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28016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4A26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" y="21488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8163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approach: 0–30 days  ·  30–90 days  ·  90–180 days  ·  180 days+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3200400"/>
            <a:ext cx="2743200" cy="36576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10972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4C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4887468"/>
            <a:ext cx="6400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Security Architecture  |  Eran Shpigelman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8746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" y="658368"/>
            <a:ext cx="4297680" cy="202996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" y="658368"/>
            <a:ext cx="4297680" cy="32004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6583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54480" y="6583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30 days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100584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CloudTrail / Activity Log / Cloud Audit Logs (all accounts)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0040" y="133502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GuardDuty / Defender for Cloud / SCC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0040" y="166420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Block public access on all storage accounts (policy + manual)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" y="1993392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Enforce MFA for all human identities — no exceptions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0040" y="232257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Rotate or disable all long-lived IAM keys and SA keys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54880" y="658368"/>
            <a:ext cx="4297680" cy="202996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658368"/>
            <a:ext cx="4297680" cy="32004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6583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658368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90 days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Migrate to Managed Identity / IRSA / Workload Identity Federation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892040" y="133502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private endpoints for all PaaS services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92040" y="166420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CSPM (Wiz or native: Security Hub / Defender / SCC)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92040" y="1993392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Enable CMEK for all data stores (KMS / Key Vault / Cloud KMS)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892040" y="232257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Establish centralized SIEM ingestion with all cloud log sources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82880" y="2798064"/>
            <a:ext cx="4297680" cy="202996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2880" y="2798064"/>
            <a:ext cx="4297680" cy="32004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27980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554480" y="27980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– 180 days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0040" y="314553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SCPs / Azure Policy / Org Policy guardrail baseline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0040" y="347472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PIM / JIT elevation for all privileged roles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20040" y="380390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Onboard IaC (Terraform) with policy-as-code scanning (Checkov)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0040" y="413308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Conduct first cloud penetration test per provider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20040" y="4462272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 remediation for critical Config Rule violations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54880" y="2798064"/>
            <a:ext cx="4297680" cy="2029968"/>
          </a:xfrm>
          <a:prstGeom prst="rect">
            <a:avLst/>
          </a:prstGeom>
          <a:solidFill>
            <a:srgbClr val="F5F6FA"/>
          </a:solidFill>
          <a:ln w="6350">
            <a:solidFill>
              <a:srgbClr val="D0D5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2798064"/>
            <a:ext cx="4297680" cy="32004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79806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126480" y="2798064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days+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314553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multi-cloud SIEM with detection-as-code (YARA-L / KQL)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92040" y="3474720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VPC Service Controls perimeter (GCP) + cross-account isolation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92040" y="3803904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RBAC maturity: right-size all roles to least privilege via recommenders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892040" y="413308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compliance: CIS Benchmark scheduled reporting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892040" y="4462272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 team exercises: cloud-specific attack scenarios (MITRE ATT&amp;CK Cloud)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4C7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2194560"/>
            <a:ext cx="9034272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is the new perimeter.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identity, JIT access, and Conditional Access eliminate the implicit trust model.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490472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 — always.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190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endpoints, no public IPs, network segmentation. Public internet access requires explicit justification.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2082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CMK encryption everywhere.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224942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 on all data stores. Secrets never in environment variables.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2551176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enforces guardrails.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779776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SCPs, Azure Policy, and Org Policies prevent misconfigurations before they reach production.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308152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at cloud-native scale.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31012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GuardDuty, Defender for Cloud, SCC — always on, centralized, feeding a unified SIEM.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841248"/>
            <a:ext cx="4251960" cy="256032"/>
          </a:xfrm>
          <a:prstGeom prst="rect">
            <a:avLst/>
          </a:prstGeom>
          <a:solidFill>
            <a:srgbClr val="1565C0">
              <a:alpha val="5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84124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Referenced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114300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NIST SP 800-53 Rev 5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MITRE ATT&amp;CK Cloud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187452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CIS Benchmarks (AWS/Azure/GCP)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24028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AWS Security Hub FSBP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54880" y="260604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Microsoft CAF Security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2971800"/>
            <a:ext cx="4069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GCP Security Foundations Blueprint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46863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Eran Shpigelman  ·  eransh10@gmail.com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Security Architecture Best Practices</dc:title>
  <dc:subject>AWS, Azure, GCP Security Architecture Reference</dc:subject>
  <dc:creator>Eran Shpigelman</dc:creator>
  <cp:lastModifiedBy>Eran Shpigelman</cp:lastModifiedBy>
  <cp:revision>1</cp:revision>
  <dcterms:created xsi:type="dcterms:W3CDTF">2026-03-10T22:13:13Z</dcterms:created>
  <dcterms:modified xsi:type="dcterms:W3CDTF">2026-03-10T22:13:13Z</dcterms:modified>
</cp:coreProperties>
</file>